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Open with outcomes: faster triage, less toil, and safer automation. Say numbers are cited or marked for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Keep the first half crisp so demos start on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Transition from pain to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Ask which pain hurts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Definition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Use the three official usage patterns.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Avoid unverified Ignite date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Customers may have seen older preview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Set up the visual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Walk left to right from signal to governed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Use this to explain the two demos.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Response plans route by filters to custom agents and run modes.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Tie this to uploaded runbooks.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Introduce code-investigator and platform-operator.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Azure is native; external systems are connector mediated.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Update this from the live deployment: the demo uses Code Access plus GitHub MCP, not a generic GitHub connector-only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Make the hand-off concrete: incident response creates a developer-ready issue and Copilot coding agent drafts, but humans review the PR.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Confidence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Four independent gates must align.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Map roles to personas.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The agent needs both workflow and resource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If EU comes up, explain provider choices.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Move to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Use official stats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Signal that AAU unit prices are now verified and region-specific.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State the now-verified Retail Prices API values, but keep quote discipline because pricing can vary by region and currency.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Explain cache reads are cheaper.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Show how AAUs translate into dollars and compare to on-call hours using the customer’s actual loaded labor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Deletion is the only full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Limits are design inputs.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No public concurrent incident/chat cap found.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Remove the old unresolved price verification item and keep quote discipline plus remaining technical verify 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Switch to demo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Open GitHub Actions and Azure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If deployed, show workflow summary instead of waiting.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The guardrail is not just prompt text; it is verified tool grants per subagent with no phantom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No Azure action can fix this class of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While waiting, show the GitHub MCP connector tools and explain that the PR remains human-reviewed.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This is scoped autonomous repair.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If delayed, run fix-config and narrate expected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This can fill time during alert latency.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Ask one customer-supplied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From demo to adoption.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Partners can package repeatable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Commands come directly from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Choose one service, two alerts, one runbook, one metric.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Be balanced and fair.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Ask for pilot workload, owner, approver, and success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Pricing values are verified from the Retail Prices API; quotes should still confirm current calculator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 Traceability slide; do not linger unless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SRE Agent customer session</dc:title>
  <dc:subject>PptxGenJS Presentation</dc:subject>
  <dc:creator>Created by Marp</dc:creator>
  <cp:lastModifiedBy>Created by Marp</cp:lastModifiedBy>
  <cp:revision>1</cp:revision>
  <dcterms:created xsi:type="dcterms:W3CDTF">2026-10-03T08:46:31Z</dcterms:created>
  <dcterms:modified xsi:type="dcterms:W3CDTF">2026-10-03T08:46:31Z</dcterms:modified>
</cp:coreProperties>
</file>